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Plateforme Bancaire Distribuée</a:t>
            </a:r>
          </a:p>
          <a:p>
            <a:r>
              <a:rPr sz="2000">
                <a:solidFill>
                  <a:srgbClr val="CBD5E1"/>
                </a:solidFill>
              </a:rPr>
              <a:t>INF462 — Architecture Logicielle · Microservices · Session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Contexte &amp; 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Plateforme financière distribuée pour plusieurs opérateurs (banques, microfinances, mobile)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Volume croissant de transactions, disponibilité, sécurité, traçabilité, scalabilité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Expérience homogène, sécurisée et transparente pour tous les utilisateurs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Démarche complète : analyse métier (DDD) → développement → déploiement → supervision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Cahier des charges (extrait)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Exigences fonctionnelles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Clients &amp; KYC, comptes, dépôts/retraits, transferts intra &amp; inter-opérateurs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Prêts : demande, validation, échéancier, remboursement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Notifications, opérateurs, rapports, audit, OCR de documents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Plusieurs mécanismes d'authentification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Exigences non fonctionnelles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Disponibilité, scalabilité, sécurité, résilience, observabilité, évolutivité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Analyse Domain-Driven Design (DDD)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Sous-domaines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Core : Prêts, Transactions  ·  Supporting : Comptes, Clients, Documents  ·  Generic : Auth, Notifications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Bounded Contexts → 1 microservice = 1 base (database per service)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Identity, Customer, Account, Transaction, Loan, Document/AI, Notification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Communication : par identifiant + événements (pas de jointure inter-bases)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Architecture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Frontend Angular (Nginx) → API Gateway (point d'entrée unique)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Socle Cloud Native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API Gateway (routage + sécurité), Eureka (découverte), Config Server (config centralisée)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7 microservices métier + infrastructure (PostgreSQL, RabbitMQ)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Architecture polyglotte imposée : Java + JavaScript + 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Stack technologique (polyglotte)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Java / Spring Boot : auth, customer, account, transaction, loan, gateway, config, discovery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Python / FastAPI : ai-document (OCR Tesseract)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Node.js : notification (consommateur RabbitMQ + email)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Angular : interface utilisateur (espaces client / opérateur / admin)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PostgreSQL (1 base par service) · RabbitMQ (événements) · Docker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Authentification — 2 mécanismes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Email + mot de passe (haché BCrypt) → jeton JWT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Connexion Google (vérification de l'ID token, OAuth2)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JWT stateless vérifié à la Gateway (filtre global) avant routage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Propagation de l'identité (X-User-Email / X-User-Roles) + autorisation par rôle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Communications synchrones &amp; asynchrones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Synchrone (REST) via la Gateway + Eureka (lb://)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Ex. transaction-service → account-service (crédit/débit)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Asynchrone via RabbitMQ (exchange topic banking.events)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75569"/>
                </a:solidFill>
              </a:rPr>
              <a:t>– transaction.completed → notification-service (log + email)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Résilience : circuit breaker (resilience4j) sur les appels inter-services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Gestion documentaire &amp; IA (OCR)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Soumission de documents (CNI, passeport, justificatifs…)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Extraction automatique du texte par OCR (Tesseract, service Python distribué)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Alimente le processus métier : validation du KYC du client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Service distribué, intégré à l'architecture via la 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Cloud Native &amp;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Conteneurisation complète : Docker + docker-compose (14 conteneurs)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Orchestration : manifests Kubernetes (namespace, services, ingress)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CI/CD : GitHub Actions (build + tests Java/Python/Node/Angular + images)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Observabilité : Prometheus (métriques) + Grafana (dashboards)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Traçabilité : audit centralisé des requêtes à la Gateway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Connexion admin → espaces différenciés par rôle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Créer opérateur → client (KYC) → comptes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Dépôt, retrait, transfert (soldes mis à jour, commission)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Demande de prêt → approbation → échéancier → remboursement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OCR d'un document → validation KYC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Notification temps réel (asynchrone) + métriques Grafana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Difficultés &amp; compromis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Hétérogénéité des contributions (variables d'env, brokers) → harmonisation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Spring Cloud 2025.x : renommage gateway + transport Eureka / load-balancer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Builds Maven en conteneur instables → images jar-préconstruit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Compromis : cohérence des transferts (cas simple + circuit breaker, saga en perspective)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</a:rPr>
              <a:t>Perspectives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Saga / compensation pour les transferts inter-opérateurs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Vérification auto OCR + scoring de prêt par IA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Tracing distribué (OpenTelemetry), audit persistant, déploiement K8s + autoscaling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334155"/>
                </a:solidFill>
              </a:rPr>
              <a:t>• Plateforme microservices complète, sécurisée, observable et conforme aux exigences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Merci — Questions ?</a:t>
            </a:r>
          </a:p>
          <a:p>
            <a:r>
              <a:rPr sz="2000">
                <a:solidFill>
                  <a:srgbClr val="CBD5E1"/>
                </a:solidFill>
              </a:rPr>
              <a:t>Plateforme Bancaire Distribuée · INF462 ·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